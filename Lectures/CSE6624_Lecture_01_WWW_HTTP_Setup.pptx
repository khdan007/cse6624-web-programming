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(укажи на большой овал Internet, потом на синий Web)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(укажи на REQUEST стрелку, потом на RESPONSE)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(укажи по очереди на три цветных блока)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(укажи на левую карточку Request, потом Response)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слова: Structure — Look — Behaviour. Укажи на карточки.)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(проведи пальцем по стрелкам слева направо)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(укажи на дерево папок слева)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WWW, HTTP, and Development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Internet vs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ternet_vs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separate two ideas students often mix. The Internet is the global network that connects hosts. The World Wide Web is one service on that network — alongside email, FTP, and others. This matters because we need the distinction before we talk about HTTP and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Client and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ient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start from the client–server model. The browser is the client — it sends an HTTP request for a resource. The server answers with an HTTP response, or with an error status if something went wrong. This exchange is the foundation for everything we build this semester.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URL parts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rl_p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Notice how a URL identifies a resource on the Web. Read it left to right: scheme — the protocol — then domain or host, then the path. So the key idea is URL literacy. It prevents mistakes when you preview locally and when you deploy.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HTTP request and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ttp_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HTTP is a request–response protocol. The client sends a method and a target; the server replies with a status code and often a body. Status 200 means success; 404 means the resource was not found. In practice we lean on these codes constantly when debugging.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Front-end trio: HTML · CSS · 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tml_css_j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meet the front-end trio. HTML defines structure and semantics. CSS controls look through the cascade. JavaScript adds behaviour. Keep the layers distinct in your folders and in your reasoning — mixing them early creates brittle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Your toolchain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ol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Our toolchain this semester stays intentionally small. We author in VS Code, preview in the browser, and inspect with DevTools — F12. Treat editor, browser, and inspector as one continuous loop, not three unrelated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Project folder habit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lder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Professional habit starts with folder discipline. One project equals one directory — usually index.html at the root, plus css/ and js/ folders. Prefer clear, lowercase names without spaces. A tidy tree is easier to demo, zip, and reopen weeks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1/3 — Exact HTML you will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&lt;html lang="en"&gt;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&lt;title&gt;Hello — Your Name&lt;/title&gt;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&lt;h1&gt;Hello, Web!&lt;/h1&gt;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&lt;p&gt;My name is Your Name.&lt;/p&gt;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&lt;p&gt;Today is my first page.&lt;/p&gt;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Instructor points at this code. Students look. Do not type yet.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2/3 — Where files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Desktop/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lecture01-yourname/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index.html     ← only this file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One folder. One file. Name uses your name, lowercase, no spaces.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3/3 — What success looks 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┌─────────────────────────────────────┐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Hello — Your Name            🗕 🗗 ✕ │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├─────────────────────────────────────┤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                                  │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Hello, Web!                       │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My name is Your Name.             │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Today is my first page.           │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                                  │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└─────────────────────────────────────┘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If the browser is blank, you did not save the file, or you opened the wrong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Your first web page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lecture01-yourname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Create the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Create the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On Desktop, right-click → New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Name it exactly: lecture01-yourname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Example: lecture01-aida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72968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09544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the empty folder so you can see inside.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Open an editor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an editor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VS Code (or Notepad / any text editor).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File → New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You should see an empty editing window.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Type EXACTLY this 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Type EXACTLY this 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Copy carefully from the DEMO slide. Change Your Name to your real name.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2523744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478024"/>
            <a:ext cx="10917936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&lt;html lang="en"&gt;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&lt;title&gt;Hello — Your Name&lt;/title&gt;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&lt;h1&gt;Hello, Web!&lt;/h1&gt;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&lt;p&gt;My name is Your Name.&lt;/p&gt;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&lt;p&gt;Today is my first page.&lt;/p&gt;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Save as index.html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Save as index.html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File → Save As…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Go into Desktop / lecture01-yourname 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File name: index.html  (not index.html.txt)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72968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09544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Open in the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in the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In the folder: right-click index.html → Open with → Chrome (or Edge/Firefox).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OR drag the file into a browser window.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You should SEE: big heading Hello, Web! and your two paragraphs.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72968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09544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If blank: go back to Step 4 — you probably did not save.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File is named index.html.txt → rename, remove .txt (Windows: show file extensions).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edited but did not Save → Ctrl+S, then refresh the browser (F5).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opened a different folder’s file → check the path: Desktop/lecture01-yourname/index.html.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Photo of the browser window showing your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Photo or screenshot of the folder with index.html visible.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your neighbour for 10 seconds.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49300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1129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51129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the folder — you will reuse it next weeks.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HTML semantic structure (header, nav, main, footer).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  ·  WWW, HTTP, and Development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
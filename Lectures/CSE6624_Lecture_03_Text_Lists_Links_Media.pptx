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Headings and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Links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Images and media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Text, Lists, Links, and Media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Headings and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3_Headings_and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Headings and text. First: One h1 per page — the main title. Second: h2–h6 form a hierarchy (do not skip levels casually). Also notice: p for paragraphs; strong / em for importance / stress.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Lists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3_Li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Lists. First: ul — unordered; ol — ordered; dl — term/definition. Second: Only li inside ul/ol. Also notice: Nested lists for outlines and menus.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Links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3_Li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Links. First: a href — absolute (https://…) or relative (./page.html). Second: target="_blank" needs rel="noopener noreferrer". Also notice: download attribute for file links.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Images and media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3_Images_and_me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Images and media. First: img: src, alt (required for a11y), width/height optional. Second: figure + figcaption for captioned images. Also notice: audio / video with controls attribute.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1/2 — Article 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&lt;main&gt;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&lt;h1&gt;My Hobby: Photography&lt;/h1&gt;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&lt;p&gt;I like taking photos in Almaty.&lt;/p&gt;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&lt;p&gt;Three places I visit:&lt;/p&gt;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&lt;ul&gt;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&lt;li&gt;Kok-Tobe&lt;/li&gt;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&lt;li&gt;Medeu&lt;/li&gt;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&lt;li&gt;Panfilov Park&lt;/li&gt;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&lt;/ul&gt;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&lt;p&gt;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&lt;a href="#tips"&gt;Tips&lt;/a&gt; ·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&lt;a href="https://satbayev.university" target="_blank"&gt;University&lt;/a&gt;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&lt;/p&gt;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&lt;img src="https://via.placeholder.com/300x150" alt="Sample landscape photo"&gt;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&lt;h2 id="tips"&gt;Tips&lt;/h2&gt;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&lt;p&gt;Charge the battery before you go.&lt;/p&gt;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&lt;/main&gt;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List · internal link (#tips) · external link · img with alt.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2/2 — What you must see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54480"/>
            <a:ext cx="10789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Heading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Two paragraphs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• bullet · bullet · bullet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Links work (click Tips → jumps down)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Image with meaningful alt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If the image is broken, alt text still explains it — that is OK for today.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layout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Build a short article page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lecture03-yourname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Folder +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Folder + 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Create Desktop/lecture03-yourname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New File in VS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Type full page skeleton + article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Type full page skeleton + article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Include DOCTYPE, html, head, body. Put the article inside &lt;main&gt;.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2523744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478024"/>
            <a:ext cx="10917936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&lt;html lang="en"&gt;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&lt;head&gt;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&lt;meta charset="UTF-8"&gt;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&lt;title&gt;My Article&lt;/title&gt;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&lt;/head&gt;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&lt;body&gt;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&lt;main&gt;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&lt;h1&gt;My Hobby: …&lt;/h1&gt;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&lt;p&gt;Write 2–3 sentences.&lt;/p&gt;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&lt;ul&gt;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  &lt;li&gt;Item one&lt;/li&gt;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  &lt;li&gt;Item two&lt;/li&gt;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  &lt;li&gt;Item three&lt;/li&gt;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&lt;/ul&gt;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&lt;p&gt;&lt;a href="#end"&gt;Jump to end&lt;/a&gt; ·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   &lt;a href="https://satbayev.university"&gt;External&lt;/a&gt;&lt;/p&gt;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&lt;img src="https://via.placeholder.com/300x150"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     alt="Describe the image in words"&gt;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&lt;h2 id="end"&gt;The end&lt;/h2&gt;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&lt;p&gt;Thank you for reading.&lt;/p&gt;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&lt;/main&gt;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&lt;/body&gt;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Save + open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Save + 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Save as index.html in lecture03-yourname.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Open with Chrome.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Click-test links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Click-test links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Click the Jump to end link — page should move to The 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Click External — university site opens (or new tab).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Check alt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Check alt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In code, img must have alt="…" with real words.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alt="" only if decorative — not today.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List used wrong tags — use &lt;ul&gt;&lt;li&gt;…&lt;/li&gt;&lt;/ul&gt;.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Internal link href="tips" missing # — use href="#end".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Image has no alt — add alt="…" before &gt;.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Browser photo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neighbour list + both links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Keep folder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tables and forms.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3  ·  Text, Lists, Links, and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
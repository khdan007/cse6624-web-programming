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Ways to add CSS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Selectors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Cascade and specificity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Box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CSS Basics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Ways to add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5_Ways_to_add_C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Ways to add CSS. First: Inline style= — avoid for real projects. Second: Internal &lt;style&gt; — OK for tiny demos. Also notice: External .css linked from head — preferred.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Selectors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5_Sel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Selectors. First: element (p), class (.card), id (#hero). Second: descendant: nav a — space combinator. Also notice: Prefer classes for reusable styling.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Cascade and specificity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5_Cascade_and_specifi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Cascade and specificity. First: Order matters when specificity is equal. Second: Rough score: inline &gt; id &gt; class &gt; element. Also notice: !important is a last resort — not a habit.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Box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5_Box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Box model. First: content → padding → border → margin. Second: box-sizing: border-box — modern default habit. Also notice: Margin collapses vertically between blocks.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1/3 — Link the CSS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&lt;!-- inside &lt;head&gt; of index.html --&gt;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&lt;link rel="stylesheet" href="css/styles.css"&gt;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href path is relative to the HTML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2/3 — HTML 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&lt;div class="card"&gt;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&lt;h1&gt;CSS Card&lt;/h1&gt;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&lt;p&gt;Styled from an external file.&lt;/p&gt;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&lt;/div&gt;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class="card" connects HTML to the .card rule in CSS.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3/3 — css/styles.css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body {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font-family: Arial, sans-serif;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background: #F5F7FA;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.card {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max-width: 360px;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margin: 2rem auto;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padding: 1.25rem;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border-radius: 12px;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box-shadow: 0 8px 24px rgba(0,0,0,.12);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background: white;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.card h1 { color: #00529B;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No style="…" inline styles today.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Style a card with external CSS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lecture05-yourname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Create folder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Create folder 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Desktop/lecture05-yourname/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Inside it: create folder css/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0632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072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You will have: index.html and css/styles.css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Write index.html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Write index.html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Include the &lt;link&gt; in head and the .card div in body (from DEMO).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Write css/styles.css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Write css/styles.css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New File → paste DEMO CSS → Save As css/styles.css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Open + inspect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Open + inspect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Open index.html in Chrome.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Press F12 → Elements → click the card → Styles panel.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0632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072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Change padding live to see the cascade.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Done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Card is centered-ish, rounded, with shadow.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If unstyled: check link href="css/styles.css" and file location.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CSS file in wrong place — must be lecture05-yourname/css/styles.css.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Typo in class name card vs .Card — names are case-sensitive.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Used inline style= — move rules into styles.css.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Browser photo of styled 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DevTools Styles photo optional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neighbour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18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Flexbox.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5  ·  CSS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
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CSS Grid 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Grid vs Flex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Responsive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Breakpoints 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CSS Grid and Responsive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CSS Grid basics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7_CSS_Grid_bas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CSS Grid basics. First: display: grid creates a two-dimensional layout. Second: grid-template-columns: repeat(3, 1fr). Also notice: gap for row/column spacing.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Grid vs Flex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7_Grid_vs_Fl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Grid vs Flex. First: Flex — one dimension (row OR column). Second: Grid — rows AND columns together. Also notice: Often: Grid for page layout, Flex for components.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Responsive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7_Responsive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Responsive design. First: Mobile-first: base styles for small screens. Second: @media (min-width: 768px) { … }. Also notice: Viewport meta is required for mobile browsers.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Breakpoints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7_Breakpoints_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Breakpoints strategy. First: Start with content needs, not device names. Second: Common starts: ~640 / 768 / 1024 px. Also notice: Collapse grids: 3 → 2 → 1 columns.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Grid + media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.gallery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display: grid;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grid-template-columns: repeat(3, 1fr);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gap: 1rem;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.item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background: #E8F0F8;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padding: 1.5rem;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text-align: center;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@media (max-width: 600px)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.gallery { grid-template-columns: 1fr; 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columns on desktop → 1 column under 600px.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Six items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&lt;div class="gallery"&gt;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 class="item"&gt;1&lt;/div&gt;&lt;div class="item"&gt;2&lt;/div&gt;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 class="item"&gt;3&lt;/div&gt;&lt;div class="item"&gt;4&lt;/div&gt;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 class="item"&gt;5&lt;/div&gt;&lt;div class="item"&gt;6&lt;/div&gt;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Prove the breakpoint by resizing — do not guess.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Responsive grid gallery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lecture07-yourname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lecture07-yourname with index.html + css/styles.css.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HTML gallery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HTML gallery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Paste 6 .item divs inside .gallery.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CSS grid + @media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CSS grid + @media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Paste DEMO CSS.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Prove breakpoint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Prove breakpoint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Chrome → resize under 600px width.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You should SEE one column.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Widen again → three columns.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Neighbour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Neighbour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Show both layouts. Point at @media in your CSS.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@media typed wrong — needs @media (max-width: 600px) { …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Only 3 items — add 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Grid not applied — display:grid missing.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Photo wide + narrow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7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midterm workshop / attestation prep.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7  ·  CSS Grid and Responsive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
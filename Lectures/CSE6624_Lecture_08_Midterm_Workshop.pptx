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(улыбнись — Hello + номер лекции + тема.)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 полоску; укажи на 15/5/25/5)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Attestation 1 scope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Checklist before submit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Common mistakes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Presenting and timeboxing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(указывай на код/UI; не открывай другие файлы)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(указывай на код/UI; не открывай другие файлы)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(25 мин. Ходи по рядам. Стой.)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(три ошибки)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(done checklist)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(next + AI — без Questions)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(улыбка. Без Questions.)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1704415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0" y="32004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SATBAYEV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58368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D0E0F0"/>
                </a:solidFill>
                <a:latin typeface="Calibri"/>
                <a:ea typeface="Calibri"/>
                <a:cs typeface="Calibri"/>
              </a:rPr>
              <a:t>Automation and Information Technology  ·  Software Engineering</a:t>
            </a:r>
          </a:p>
        </p:txBody>
      </p:sp>
      <p:pic>
        <p:nvPicPr>
          <p:cNvPr id="7" name="Picture 6" descr="satbayev-logo-shield-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164592"/>
            <a:ext cx="562021" cy="960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1691640"/>
            <a:ext cx="1463040" cy="38404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691640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Introduction to Web Programming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Lecture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Midterm Workshop / Attestation 1 Prep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77639"/>
            <a:ext cx="3200400" cy="36576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Shoiynbek Temirlan Armanuly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Senior Lecturer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Programme: 6B06102 Computer Science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521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529B"/>
                </a:solidFill>
                <a:latin typeface="Calibri"/>
                <a:ea typeface="Calibri"/>
                <a:cs typeface="Calibri"/>
              </a:rPr>
              <a:t>Autumn 2026–2027  ·  Almaty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City University / Satbayev University  ·  English-taught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8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2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Today's plan  ·  50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1417320"/>
            <a:ext cx="11338560" cy="80467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581912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18488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508760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~15 min — I explain (diagrams + you listen)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1819656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I read the strips. You look at the diagrams. No typing yet.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276856"/>
            <a:ext cx="11338560" cy="80467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2441448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478024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368296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~5 min — Demo on these slides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2679192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Code / UI is ON the slides. I only point. Do not open other folders.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136392"/>
            <a:ext cx="11338560" cy="80467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3300984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337560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3227832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~25 min — You do the task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3538728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Step-by-step ON the slides. Follow every click. If stuck: read the previous step again.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995928"/>
            <a:ext cx="11338560" cy="80467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4160520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197096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4087368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~5 min — What to submit / next lecture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398264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Photo proof + show neighbour. One-line preview of next week.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493776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93776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502920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Today's plan is fixed to fifty minutes. About fifteen minutes I explain with diagrams. About five minutes I point at demo code on these slides — you watch. About twenty-five minutes you follow the task steps on the slides. The last five minutes cover what to submit and what comes next. There is no separate questions block — if stuck, read the previous step again.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8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3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Attestation 1 scope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8_Attestation_1_sc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Attestation 1 scope. First: HTML semantics and valid structure. Second: CSS layout: box model, Flex and/or Grid. Also notice: Readable typography and consistent spacing.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8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4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Checklist before submit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8_Checklist_before_subm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Checklist before submit. First: Validator clean (or known minor warnings only). Second: Folder structure tidy; relative paths work. Also notice: Responsive enough for tablet/phone smoke test.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8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5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Common mistakes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8_Common_mistak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Common mistakes. First: Layout via nested tables or absolute chaos. Second: Missing labels / alt / viewport. Also notice: Inline styles everywhere; unused CSS.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8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6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Presenting and timeboxing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8_Presenting_and_timebox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Presenting and timeboxing. First: 30–60 second walkthrough: goal → structure → CSS choices. Second: Show DevTools only if asked. Also notice: In workshop: finish a mini page under time pressure.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8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7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DEMO 1/2 — What examiners look for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11247120" cy="3246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554480"/>
            <a:ext cx="107899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☐ Semantic HTML (header/nav/main/footer)</a:t>
            </a:r>
          </a:p>
          <a:p>
            <a:r>
              <a:rPr sz="14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☐ External CSS linked</a:t>
            </a:r>
          </a:p>
          <a:p>
            <a:r>
              <a:rPr sz="14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☐ At least one layout technique (flex or grid)</a:t>
            </a:r>
          </a:p>
          <a:p>
            <a:r>
              <a:rPr sz="14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☐ Forms/labels OR media with alt (as required)</a:t>
            </a:r>
          </a:p>
          <a:p>
            <a:r>
              <a:rPr sz="14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☐ Folder tidy: index.html + css/ (+ js/ if any)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This is the audit list — not a new project from zero.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Please watch this demo on the slide — do not type yet. I will point at the layout so you see the exact target. In the task block you will reproduce these steps on your laptop. Everything you need is here; you do not leave this presentation.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8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8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DEMO 2/2 — Gap list template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11247120" cy="324612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527048"/>
            <a:ext cx="10917936" cy="3026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My gaps (write on paper or in a .txt):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1. …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2. …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3. …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4. …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5. …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One gap I will fix in the next 10 minutes: #___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Written gaps beat vague worry.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Please watch this demo on the slide — do not type yet. I will point at the code so you see the exact target. In the task block you will reproduce these steps on your laptop. Everything you need is here; you do not leave this presentation.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8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9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TASK  ·  ~25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508760"/>
            <a:ext cx="11247120" cy="1097280"/>
          </a:xfrm>
          <a:prstGeom prst="roundRect">
            <a:avLst/>
          </a:prstGeom>
          <a:solidFill>
            <a:srgbClr val="E6F5EC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9164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1B7A4E"/>
                </a:solidFill>
                <a:latin typeface="Calibri"/>
                <a:ea typeface="Calibri"/>
                <a:cs typeface="Calibri"/>
              </a:rPr>
              <a:t>TASK — Midterm self-audit (~25 min)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34640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8036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Work on YOUR laptop now. Follow the numbered steps on the next slides.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73552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19272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Suggested folder name: your-project-folder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12464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58184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If stuck: read the previous step again. Do not skip steps.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51376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97096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AI is optional later — first follow the steps yourself.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Now you work. The next slides are idiot-proof steps — one action after another. I will walk the room while you build. If something fails, open the If it does not work slide after the steps. Do not invent your own path during these twenty-five minutes.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8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10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1 of 5  ·  Open YOUR best project folder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Open YOUR best project folder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Not a new folder — open the project you will submit.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1.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8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11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2 of 5  ·  Tick the checklist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Tick the checklist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On paper, mark each DEMO checkbox yes/no.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2.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8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12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3 of 5  ·  Write 5 gaps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Write 5 gaps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Concrete gaps only (example: no flex-wrap on cards).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3.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8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13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4 of 5  ·  Fix ONE gap live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Fix ONE gap live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Edit → Save → refresh browser. Prove the fix.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4.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8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14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5 of 5  ·  Share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Share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Show neighbour your gap list + the one fix.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5.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8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15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If it does not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Three common mistakes — fix these before asking for help: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87451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4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2039111"/>
            <a:ext cx="1188720" cy="457200"/>
          </a:xfrm>
          <a:prstGeom prst="roundRect">
            <a:avLst/>
          </a:prstGeom>
          <a:solidFill>
            <a:srgbClr val="C4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07568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03911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Started a brand-new empty page — wrong; audit your real project.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74319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907791"/>
            <a:ext cx="1188720" cy="45720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4436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290779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Gaps too vague ("CSS bad") — write a specific missing property/file.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1187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3776471"/>
            <a:ext cx="1188720" cy="457200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81304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77647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Fixed nothing — you must close one gap today.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Most failures are save mistakes, wrong file names, or skipped steps. Read these three mistakes aloud if needed. Fix one thing, save, refresh the browser, then re-check the success condition. Still stuck after that — raise your hand; bring your screen.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8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16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DONE — what to submit / show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63040"/>
            <a:ext cx="11247120" cy="548640"/>
          </a:xfrm>
          <a:prstGeom prst="roundRect">
            <a:avLst/>
          </a:prstGeom>
          <a:solidFill>
            <a:srgbClr val="E6F5EC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" y="157276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59105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59105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Photo of gap list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103120"/>
            <a:ext cx="1124712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221284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23113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23113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Show neighbour the fix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1124712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85292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87121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87121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Keep working after class if needed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You are done when the checklist is true. Take a photo of the browser and of the file or folder. Show your neighbour for ten seconds. Upload later if the LMS asks — keep the folder on your Desktop.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8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17 /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Next lecture + AI rule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508760"/>
            <a:ext cx="11247120" cy="146304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459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529B"/>
                </a:solidFill>
                <a:latin typeface="Calibri"/>
                <a:ea typeface="Calibri"/>
                <a:cs typeface="Calibri"/>
              </a:rPr>
              <a:t>Next lecture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5740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Next lecture: Bootstrap.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11247120" cy="1371600"/>
          </a:xfrm>
          <a:prstGeom prst="roundRect">
            <a:avLst/>
          </a:prstGeom>
          <a:solidFill>
            <a:srgbClr val="FBF4E0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375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46B1A"/>
                </a:solidFill>
                <a:latin typeface="Calibri"/>
                <a:ea typeface="Calibri"/>
                <a:cs typeface="Calibri"/>
              </a:rPr>
              <a:t>AI rule (one line)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49039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You may use AI, but you must still follow these steps yourself and explain your result.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After class rhythm: Practice &amp; Lab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Next we continue with the topic on this slide. After the lecture block comes Practice &amp; Lab. You may use AI, but you must still follow the slide steps yourself and explain your result. Pack your folder. See you next week.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590787" cy="640080"/>
          </a:xfrm>
          <a:prstGeom prst="rect">
            <a:avLst/>
          </a:prstGeom>
        </p:spPr>
      </p:pic>
      <p:pic>
        <p:nvPicPr>
          <p:cNvPr id="5" name="Picture 4" descr="satbayev-logo-shield-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320040"/>
            <a:ext cx="64231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1945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See you next week.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D0E4F5"/>
                </a:solidFill>
                <a:latin typeface="Calibri"/>
                <a:ea typeface="Calibri"/>
                <a:cs typeface="Calibri"/>
              </a:rPr>
              <a:t>Keep your folder. Re-read the last task steps if anything is unclear.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3657600"/>
            <a:ext cx="228600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8  ·  Midterm Workshop / Attestation 1 Prep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B8D0E8"/>
                </a:solidFill>
                <a:latin typeface="Calibri"/>
                <a:ea typeface="Calibri"/>
                <a:cs typeface="Calibri"/>
              </a:rPr>
              <a:t>Shoiynbek Temirlan Armanuly  ·  Senior Lecturer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90B0D0"/>
                </a:solidFill>
                <a:latin typeface="Calibri"/>
                <a:ea typeface="Calibri"/>
                <a:cs typeface="Calibri"/>
              </a:rPr>
              <a:t>Satbayev University  ·  Autumn 2026–2027  ·  Almaty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
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JavaScript in the browser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Variables and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Operators and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Console habits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JavaScript Basics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JavaScript in the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0_JavaScript_in_the_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JavaScript in the browser. First: JS runs in the browser engine (V8, SpiderMonkey…). Second: Add with &lt;script src="…" defer&gt;&lt;/script&gt;. Also notice: defer keeps order and waits for HTML parse.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Variables and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0_Variables_and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Variables and types. First: let — reassignable; const — binding constant. Second: Prefer const by default. Also notice: Types: number, string, boolean, null, undefined, object.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Operators and strings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0_Operators_and_st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Operators and strings. First: Arithmetic, comparison, logical &amp;&amp; || !. Second: Template literals: `Hello, ${name}`. Also notice: === strict equality (no silent coercion).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Console habits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0_Console_hab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Console habits. First: console.log, console.table, console.error. Second: Breakpoints in Sources panel. Also notice: Never leave console.log spam in final submit.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1/3 — HTML + button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&lt;h1&gt;JS Hello&lt;/h1&gt;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&lt;p id="out"&gt;Click the button…&lt;/p&gt;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&lt;button id="btn"&gt;Say hello&lt;/button&gt;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&lt;script src="js/script.js"&gt;&lt;/script&gt;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script at end of body so elements exist.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2/3 — js/script.js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name = "Your Name";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console.log("Hello, " + name);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btn = document.querySelector("#btn");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out = document.querySelector("#out");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btn.addEventListener("click", () =&gt; {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out.textContent = "Hello, " + name + "!";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console.log + click updates the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3/3 — Success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0789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F12 → Console shows: Hello, Your Name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Click button → paragraph changes to greeting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If click does nothing: check script path and 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layout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variables + console + button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lecture10-yourname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Folders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Folders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lecture10-yourname/index.html and js/script.js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HTML from DEMO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HTML from DEMO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Save index.html with button + script tag.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script.js from DEMO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script.js from DEMO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Put your real name in the const.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Console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Console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in Chrome → F12 → Console → see Hello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Click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Click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Click Say hello → paragraph updates. Show neighbour.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script in &lt;head&gt; without defer — move script to end of body.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Wrong path js/script.js — file missing → check folder.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Typo in id btn vs #Btn — querySelector finds nothing.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Console photo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Click demo to neighbour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10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functions, arrays, objects.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10  ·  JavaScript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
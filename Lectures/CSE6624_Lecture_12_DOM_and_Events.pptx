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DOM 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Updating content safely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Todo-lite pattern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DOM and Events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DOM basics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2_DOM_ba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DOM basics. First: Document Object Model — live tree of the page. Second: JS reads and updates nodes; browser repaints. Also notice: document.querySelector(".card").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Updating content safely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2_Updating_content_safe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Updating content safely. First: textContent — safe for plain text. Second: innerHTML — powerful but XSS risk with untrusted data. Also notice: classList.add/remove/toggle for CSS state.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2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Events. First: addEventListener("click", handler). Second: Useful: click, input, submit, keydown. Also notice: event.target — where it happened.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Todo-lite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12_Todo_lite_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Todo-lite pattern. First: Listen on form submit. Second: Read input value; create li; append to ul. Also notice: Clear the input; keep data in an array too.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Toggle + live mirror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box = document.querySelector("#box");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toggleBtn = document.querySelector("#toggle");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field = document.querySelector("#field");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mirror = document.querySelector("#mirror");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form = document.querySelector("#form");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const msg = document.querySelector("#msg");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toggleBtn.addEventListener("click", () =&gt; {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box.classList.toggle("on");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field.addEventListener("input", () =&gt; {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mirror.textContent = field.value;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form.addEventListener("submit", (e) =&gt; {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e.preventDefault();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msg.textContent = "Submit blocked — good.";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addEventListener only — no onclick= 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HTML + tiny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id="box" class="box"&gt;Box&lt;/div&gt;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&lt;button id="toggle"&gt;Toggle&lt;/button&gt;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&lt;input id="field" placeholder="Type here"&gt;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&lt;p id="mirror"&gt;&lt;/p&gt;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&lt;form id="form"&gt;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&lt;button type="submit"&gt;Submit&lt;/button&gt;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&lt;/form&gt;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&lt;p id="msg"&gt;&lt;/p&gt;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&lt;style&gt;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.box { padding:1rem; background:#E8F0F8; 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.box.on { background:#C4A35A; }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&lt;/style&gt;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behaviours: toggle · mirror · preventDefault.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toggle + input + prevent submit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lecture12-yourname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Setup lecture12-yourname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Setup lecture12-yourname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One index.html is enough today (CSS in &lt;style&gt; OK).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Paste HTML/CSS from DEMO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Paste HTML/CSS from DEMO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Add script (inline or js/script.js)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Add script (inline or js/script.js)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Paste DEMO 1. Prefer &lt;script src="js/script.js"&gt;.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Test all three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Test all three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Toggle color · type to mirror · submit shows message, no reload.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Demo to neighbour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to neighbour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Show all three interactions in 20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Page reloads on submit — you forgot e.preventDefault().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Toggle does nothing — .on class missing in CSS.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Inline onclick= used — remove; use addEventListener.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demo to neighbour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Optional Console clean (no red)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12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storage, fetch, DevTools.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12  ·  DOM and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
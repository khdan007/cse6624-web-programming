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localStorage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fetch and async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DevTools and CORS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localStorage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Storage, Fetch, and DevTools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localStorage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3_local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localStorage. First: Key/value strings in the browser. Second: setItem / getItem / removeItem. Also notice: Persist theme, draft text, small prefs.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fetch and async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3_fetch_and_a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fetch and async. First: fetch(url) returns a Promise. Second: async function load() { const res = await fetch(url); }. Also notice: Check res.ok; then res.json().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DevTools and CORS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3_DevTools_and_C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DevTools and CORS. First: Network tab: status, payload, timing. Second: Console shows CORS errors when origins differ. Also notice: CORS is enforced by the browser — servers opt in.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localStorage details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3_localStorage_de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localStorage details. First: Quota limits — keep data small. Second: Per-origin storage. Also notice: Private mode may restrict persistence.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Save / restore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note = document.querySelector("#note");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saveBtn = document.querySelector("#save");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status = document.querySelector("#status");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note.value = localStorage.getItem("myNote") || "";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saveBtn.addEventListener("click", () =&gt; {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localStorage.setItem("myNote", note.value);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status.textContent = "Saved.";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Refresh the page — text should return.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fetch status pattern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async function load()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status.textContent = "Loading…";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try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const res = await fetch("https://jsonplaceholder.typicode.com/todos/1");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if (!res.ok) throw new Error("HTTP " + res.status);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const data = await res.json();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status.textContent = "OK: " + data.title;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} catch (err) {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status.textContent = "Error: " + err.message;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document.querySelector("#load").addEventListener("click", load);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F12 → Network tab while you click 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note + fetch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lecture13-yourname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HTML controls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HTML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lecture13-yourname/index.html with: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textarea#note, button#save, button#load, p#status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Add localStorage 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Add localStorage 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From DEMO 1. Save. Test refresh persistence.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Add fetch 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Add fetch 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From DEMO 2. Need internet.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DevTools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DevTools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F12 → Application → Local Storage → see myNote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Network → see the request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Show neighbour both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Show neighbour both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Saved note survives refresh; fetch shows OK or Error.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fetch fails offline — show Error path; that still counts.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Note does not persist — check setItem key spelling myNote.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Forgot async/await — start from DEMO 2 again.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Application tab photo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Network photo optional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neighbour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13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accessibility, performance, polish.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13  ·  Storage, Fetch, and DevTools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
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Accessibility essentials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Performance and polish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Professional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Keyboard and focus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Accessibility, Performance, and Polish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Accessibility essentials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4_Accessibility_essent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Accessibility essentials. First: alt on images; labels on inputs. Second: Sufficient color contrast. Also notice: Keyboard: can you Tab through interactive elements?.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Performance and polish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4_Performance_and_pol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Performance and polish. First: Compress images; avoid huge PNGs when JPEG/WebP works. Second: Fewer blocking requests; CSS/JS organized. Also notice: Lighthouse: Performance, Accessibility, Best Practices, SEO.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Professional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4_Professional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Professional delivery. First: Clear names; delete dead code. Second: README: what it is, how to open, your name/group. Also notice: Screenshots help graders and your portfolio.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Keyboard and focus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4_Keyboard_and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Keyboard and focus. First: Tab, Shift+Tab, Enter, Space on controls. Second: Do not make non-interactive divs clickable without keyboard support. Also notice: Use button for actions.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Common fixes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&lt;!-- Bad --&gt;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&lt;img src="hero.jpg"&gt;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&lt;a href="#" style="outline:none"&gt;Skip&lt;/a&gt;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&lt;!-- Good --&gt;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&lt;img src="hero.jpg" alt="Students at Satbayev campus"&gt;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a:focus { outline: 3px solid #C4A35A;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Alt text · visible focus · heading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Heading 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Good:  H1 → H2 → H2 → H3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Bad:   H1 → H3 (skipped H2)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Fix:   do not skip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Screen reader users navigate by headings.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a11y + polish pass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your-best-page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Open an existing page of yours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an existing page of yours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Any previous lecture page with an image or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Fix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Fix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Every &lt;img&gt; gets meaningful alt="…".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Fix headings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Fix headings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One h1; no skipped levels.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Focus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Focus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Add a:focus, button:focus { outline: 3px solid #C4A35A;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Write 2 fixes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Write 2 fixes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On paper: Fix1 … Fix2 … Show neighbour.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alt="image" — too vague; describe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Removed outline and added nothing — focus must stay visible.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Edited wrong file — open the file you actually show in browser.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Before/after note on paper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 focus 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14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presentations and project defence prep.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14  ·  Accessibility, Performance, and Polish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
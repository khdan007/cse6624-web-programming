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Defence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Demo checklist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Common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Wrap-up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Presentations and Project Defence Prep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Defence 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5_Defence_for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Defence format. First: Short live demo + questions from instructor. Second: Show the running site, not only code screenshots. Also notice: Explain structure: HTML landmarks, CSS approach, JS behaviour.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5_Demo_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Demo checklist. First: Project opens without errors. Second: Happy path works; one edge case handled. Also notice: Responsive smoke test.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Common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5_Common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Common questions. First: Why this folder structure?. Second: What does this function do?. Also notice: How did you make it responsive?.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Wrap-up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5_Wrap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Wrap-up. First: You completed an HTML/CSS/JS foundation. Second: Next courses: frameworks, backends, databases. Also notice: Keep a portfolio of 2–3 clean projects.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5-bullet pitch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Problem I solved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Demo path (what I click)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Tech used (HTML/CSS/JS/…)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4. Hardest bug + how I fixed it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5. Next step if I had one more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Say this in 2–3 minutes. No essay.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Examiner questions to prepare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Q: Why this structure?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Q: Where is your CSS linked?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Q: What does this function do?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Write short answers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If you cannot answer, revise that part of the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defence dry-run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your-project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Write 5 bullets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Write 5 bullets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Paper or pitch.txt in your project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Click the happy path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Click the happy path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project → demonstrate main feature without talking.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Timed explain to neighbour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Timed explain to neighbour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2–3 minutes. Neighbour holds phone timer.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Prepare 3 Q&amp;A 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Prepare 3 Q&amp;A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Question + one-sentence answer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Zip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Zip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Folder name Surname_Name_Project if required. No node_modules junk.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Read slides to neighbour — wrong; explain YOUR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Happy path broken — fix before defence 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answers for Q&amp;A — write them now.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Pitch bullets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Neighbour confirms timing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Zip ready if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15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Next: practice/lab defence slot — bring the same pitch.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15  ·  Presentations and Project Defence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